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D6714-BEF0-4B84-9835-BA2065B06EC0}" type="datetimeFigureOut">
              <a:rPr lang="vi-VN" smtClean="0"/>
              <a:t>19/06/2026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5A8D99-4FAE-44B6-A6AC-1BB6CF3314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52289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09DAF-BE08-6144-91FF-6916D1166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D822A-A975-3658-A8D7-08E2A55C0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27A94-C844-CFC4-B5EE-DB7B93D2A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0899-9528-469E-9BBE-2D68CEF04D36}" type="datetime1">
              <a:rPr lang="vi-VN" smtClean="0"/>
              <a:t>19/06/2026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01F64-6EDB-0133-76DF-3EF3EAA2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EDD04-2503-9BD8-B8AE-4B32696B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5121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43FBE-ECA4-0592-6A05-EFC93F478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529D7-EF3A-1E31-8B90-1DFDCD6B5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C6E0D-6A77-E272-3358-4C8223F2D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E2E4-5C89-45BE-93FC-CFD48110491D}" type="datetime1">
              <a:rPr lang="vi-VN" smtClean="0"/>
              <a:t>19/06/2026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D371A-EFD6-775B-E1CF-11A34F75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C0FCA-E0AD-59CF-C73E-810851E36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9464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4020A-5BD6-EE67-8895-0B7FA73B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95D33-6A65-22A1-8DA8-49C398A44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FE2A8-FB41-C37B-C5E4-659E2C37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BFE73-F336-4262-8B3B-60000544237C}" type="datetime1">
              <a:rPr lang="vi-VN" smtClean="0"/>
              <a:t>19/06/2026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5D749-FCD8-BFC4-F4A3-86B8F6A7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E43AF-480B-204A-57AC-0124ADF4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29803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A2664-1086-8C8D-A9AA-98F857BB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FD9F-4345-1F3C-9CC8-2FC3399CF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91228-09A0-9E42-B3DF-199F1CA8D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0FF40-D675-A2E8-8435-A27361AC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CB7E-FBC1-4898-921B-CA7099ECCD24}" type="datetime1">
              <a:rPr lang="vi-VN" smtClean="0"/>
              <a:t>19/06/2026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D04EB-59B8-C6E0-377F-9C7BBEA68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11595-4107-C959-BE9B-4D9602E7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38440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8E992-C871-2628-ACF9-0CC7E3676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1CD60-7A4D-8115-A9C1-84E8F5B1F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FC536-CAD6-8344-E86E-35066DC94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9B8DF4-519B-D1D1-1DA3-DD3C04599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1724A0-2C27-FCA6-A25A-75E0AD821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456B84-34A6-A542-2D76-82640F799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885-1DDE-491E-80FA-9454E70A916B}" type="datetime1">
              <a:rPr lang="vi-VN" smtClean="0"/>
              <a:t>19/06/2026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4EE0C7-7201-2F59-F61F-1B569885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72C79D-5FD7-1433-1424-6AD6771A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0523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3E34-54F2-7284-DA21-57929E82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6EDF3F-09CE-7923-98E5-8D11AE1B8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4768D-2B32-4874-9EA2-F91ED5E4D91C}" type="datetime1">
              <a:rPr lang="vi-VN" smtClean="0"/>
              <a:t>19/06/2026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AAC32-0EF1-E493-FBC7-942392F4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1BE13-056D-72C5-4001-C4471A07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6217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359332-6CAB-EF08-659E-9367B04C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6658-C092-47DC-8AE5-EDAD243FFD08}" type="datetime1">
              <a:rPr lang="vi-VN" smtClean="0"/>
              <a:t>19/06/2026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7A954-FA89-D844-D183-CA78F49C1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DDB43-48A1-5F55-9211-40C6800E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38527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00256-E553-534A-C04E-8CE5932A5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66528-BF4F-791E-DDA6-7901D5999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52F7B-3C33-AC8E-D2A7-5E1C00143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4C77B-2A68-FEC8-0DE8-D7641578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66A3C-4EA8-4F4D-8541-7E7080DF1B30}" type="datetime1">
              <a:rPr lang="vi-VN" smtClean="0"/>
              <a:t>19/06/2026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58D35-8750-FA83-61F7-0348D8586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3D597-14E6-E190-CCDF-A1CB5946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9873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A56F-CAE4-5781-EFC9-EA3D95EC8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45BDE-5A0B-BA27-212D-BC0287518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57AEA-6B5E-22C9-E6F3-2945B8696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0F72B-7BAF-B112-5C86-E0C2D468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8AFB-A54D-4DD5-8E7A-EF7D2A0C1D5A}" type="datetime1">
              <a:rPr lang="vi-VN" smtClean="0"/>
              <a:t>19/06/2026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595B6-3599-53FE-C2AD-D0D9D0497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81D09-BA7E-759A-0157-02B84A07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039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2AF72-42DC-7477-1A4D-64936F4F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F4035-561C-9F5A-D968-195E9A8BF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B53BA-24C2-CAFB-2879-D3CFFDBA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9E89-C61F-4DF0-A1BB-4BDC6A0E3388}" type="datetime1">
              <a:rPr lang="vi-VN" smtClean="0"/>
              <a:t>19/06/2026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655A2-C6CA-5C59-CF5D-54DB6BA5F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25B09-974B-1B86-FCEE-2B9F81AA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339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580F7E-B3CF-0A97-A729-8BE4D91C1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09E9C-7F38-75AC-4DAD-FED0B9048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692C4-AB59-E6F6-7C8F-4F63E6D6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C4B38-BFCE-46D5-A0E5-B1F664C0A5C1}" type="datetime1">
              <a:rPr lang="vi-VN" smtClean="0"/>
              <a:t>19/06/2026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8C3D-96AF-B2CF-D78D-307C447A0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AB1BF-4C1A-F01E-DC25-88FC7008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8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E5C37F-EE28-E892-0BC5-E82FB6B2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68C5B-FD8B-64AB-1542-4C757D584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545AE-48FD-D537-CC38-C605F86CE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6C70-0CB9-4A9D-9A8F-A65F5171E703}" type="datetime1">
              <a:rPr lang="vi-VN" smtClean="0"/>
              <a:t>19/06/2026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3BB77-408A-71B2-0B80-ADE913654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79138-7C8C-C866-21DC-9D550C709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6645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4A6B9-B702-1DC0-3CF8-0967A72A58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Title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C8948-D9E1-767B-E6BF-0B74D00CB6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MSSV – Ten</a:t>
            </a:r>
          </a:p>
          <a:p>
            <a:r>
              <a:rPr lang="en-US"/>
              <a:t>MSSV - Ten</a:t>
            </a:r>
            <a:endParaRPr lang="vi-VN"/>
          </a:p>
          <a:p>
            <a:endParaRPr lang="vi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D358D-D2F9-60D9-4983-17E4124F91D8}"/>
              </a:ext>
            </a:extLst>
          </p:cNvPr>
          <p:cNvSpPr txBox="1"/>
          <p:nvPr/>
        </p:nvSpPr>
        <p:spPr>
          <a:xfrm>
            <a:off x="1133061" y="168965"/>
            <a:ext cx="3389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Thông tin trường - Khoa – Bộ môn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8FD5F-F633-EB56-EB79-7D4124F0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85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C245-9A88-43DA-E3D5-5733035F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Mục lục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15F22-8D16-AAD8-CC47-D4F750466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05821-596B-B6EB-A82D-63F2434F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9385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342B-3F3A-A135-8A61-2B594F72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Mở đầu – Tổng quan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FAB42-AC05-8856-9B10-AF29ACF9C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547A6-399C-6BA9-DEEF-8003A448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572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A6BD-7282-CEE3-89EB-EE1CC304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 – Tech Stack – Kiến trúc App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1EEF3-6638-CD3A-6700-DCAB19F10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C04AA-FF15-48CE-CBC1-450002D8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16175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E349-76F3-ACA0-3D86-032FE9CA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 – Chức năng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DDD5B-C4DB-11C0-A698-E58F57000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70FF8-B942-497C-8A78-DA6F8C7D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119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46BD-1F63-0E7E-6F1B-5C3BF61D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4 - CSDL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D0C97-5878-57B4-B5AC-8F95E668A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C2796-3649-C584-EBA7-D3344C26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31390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378F-3373-B4F0-F4DA-4A0EF6192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 – Giới thiệu Code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E1567-9A2E-6903-0757-928D9A185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BD04D-4D37-EEDD-049E-0382DEC2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3084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8D750-C8BF-2043-4A2A-8088F05CD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6 - Demo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3FC24-DBF5-436C-60CA-25F10BE9A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FD4BA-6788-0F05-5694-BA8F696C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5006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E3E3D-1F83-E146-73B4-72D80787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 – Kết luận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18646-32B8-D7EA-F6D6-D982C47C7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33C93-3ACA-C469-5AF0-8E48E9A0B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12454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F702-1383-274B-A8CC-4B005AB0E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Tài liệu tham khảo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E66FE-32D5-C482-4633-914232EAC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026FC-A627-1F45-A4B8-D6811429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43990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02449-537D-66B3-A74E-9E9B50FE9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Cám ơn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5B78A-DA57-A3D0-7D63-8A01DDAC4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6ACCB-3B81-244D-3D36-EDF31A6E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58318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68</Words>
  <Application>Microsoft Office PowerPoint</Application>
  <PresentationFormat>Widescreen</PresentationFormat>
  <Paragraphs>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Title</vt:lpstr>
      <vt:lpstr>Mục lục</vt:lpstr>
      <vt:lpstr>1. Mở đầu – Tổng quan</vt:lpstr>
      <vt:lpstr>2 – Tech Stack – Kiến trúc App</vt:lpstr>
      <vt:lpstr>3 – Chức năng</vt:lpstr>
      <vt:lpstr>4 - CSDL</vt:lpstr>
      <vt:lpstr>5 – Giới thiệu Code</vt:lpstr>
      <vt:lpstr>6 - Demo</vt:lpstr>
      <vt:lpstr>7 – Kết luận</vt:lpstr>
      <vt:lpstr>Tài liệu tham khảo</vt:lpstr>
      <vt:lpstr>Cám ơn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Phat Huynh Vinh</dc:creator>
  <cp:lastModifiedBy>Phat Huynh Vinh</cp:lastModifiedBy>
  <cp:revision>3</cp:revision>
  <dcterms:created xsi:type="dcterms:W3CDTF">2026-06-19T04:43:52Z</dcterms:created>
  <dcterms:modified xsi:type="dcterms:W3CDTF">2026-06-19T04:54:45Z</dcterms:modified>
</cp:coreProperties>
</file>